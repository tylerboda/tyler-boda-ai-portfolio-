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9"/>
  </p:notesMasterIdLst>
  <p:handoutMasterIdLst>
    <p:handoutMasterId r:id="rId10"/>
  </p:handoutMasterIdLst>
  <p:sldIdLst>
    <p:sldId id="256" r:id="rId5"/>
    <p:sldId id="258" r:id="rId6"/>
    <p:sldId id="260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033" autoAdjust="0"/>
  </p:normalViewPr>
  <p:slideViewPr>
    <p:cSldViewPr snapToGrid="0" snapToObjects="1">
      <p:cViewPr varScale="1">
        <p:scale>
          <a:sx n="58" d="100"/>
          <a:sy n="58" d="100"/>
        </p:scale>
        <p:origin x="77" y="4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TylerBoda88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>
            <a:normAutofit/>
          </a:bodyPr>
          <a:lstStyle/>
          <a:p>
            <a:r>
              <a:rPr lang="en-US" b="1" dirty="0"/>
              <a:t>Tyler Boda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https://github.com/tylerboda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tellite against the night sky">
            <a:extLst>
              <a:ext uri="{FF2B5EF4-FFF2-40B4-BE49-F238E27FC236}">
                <a16:creationId xmlns:a16="http://schemas.microsoft.com/office/drawing/2014/main" id="{D4F2268B-BB87-42FB-B84F-C145C01B49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11" r="16027" b="1"/>
          <a:stretch/>
        </p:blipFill>
        <p:spPr>
          <a:xfrm>
            <a:off x="8888133" y="4144246"/>
            <a:ext cx="3302966" cy="2717299"/>
          </a:xfrm>
          <a:custGeom>
            <a:avLst/>
            <a:gdLst>
              <a:gd name="connsiteX0" fmla="*/ 1663658 w 3039855"/>
              <a:gd name="connsiteY0" fmla="*/ 0 h 2500842"/>
              <a:gd name="connsiteX1" fmla="*/ 2947417 w 3039855"/>
              <a:gd name="connsiteY1" fmla="*/ 605417 h 2500842"/>
              <a:gd name="connsiteX2" fmla="*/ 3039855 w 3039855"/>
              <a:gd name="connsiteY2" fmla="*/ 729032 h 2500842"/>
              <a:gd name="connsiteX3" fmla="*/ 3039855 w 3039855"/>
              <a:gd name="connsiteY3" fmla="*/ 2500842 h 2500842"/>
              <a:gd name="connsiteX4" fmla="*/ 226952 w 3039855"/>
              <a:gd name="connsiteY4" fmla="*/ 2500842 h 2500842"/>
              <a:gd name="connsiteX5" fmla="*/ 155401 w 3039855"/>
              <a:gd name="connsiteY5" fmla="*/ 2366679 h 2500842"/>
              <a:gd name="connsiteX6" fmla="*/ 0 w 3039855"/>
              <a:gd name="connsiteY6" fmla="*/ 1663658 h 2500842"/>
              <a:gd name="connsiteX7" fmla="*/ 1663658 w 3039855"/>
              <a:gd name="connsiteY7" fmla="*/ 0 h 25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 descr="abstract image of light dots">
            <a:extLst>
              <a:ext uri="{FF2B5EF4-FFF2-40B4-BE49-F238E27FC236}">
                <a16:creationId xmlns:a16="http://schemas.microsoft.com/office/drawing/2014/main" id="{FE6C54C5-D2F4-48F8-B65E-7506F07BCC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68" r="4773" b="-1"/>
          <a:stretch/>
        </p:blipFill>
        <p:spPr>
          <a:xfrm>
            <a:off x="8055588" y="-3863"/>
            <a:ext cx="4132754" cy="3445946"/>
          </a:xfrm>
          <a:custGeom>
            <a:avLst/>
            <a:gdLst>
              <a:gd name="connsiteX0" fmla="*/ 303228 w 4638368"/>
              <a:gd name="connsiteY0" fmla="*/ 0 h 3867534"/>
              <a:gd name="connsiteX1" fmla="*/ 4638368 w 4638368"/>
              <a:gd name="connsiteY1" fmla="*/ 0 h 3867534"/>
              <a:gd name="connsiteX2" fmla="*/ 4638368 w 4638368"/>
              <a:gd name="connsiteY2" fmla="*/ 2952747 h 3867534"/>
              <a:gd name="connsiteX3" fmla="*/ 4585825 w 4638368"/>
              <a:gd name="connsiteY3" fmla="*/ 3013864 h 3867534"/>
              <a:gd name="connsiteX4" fmla="*/ 2641346 w 4638368"/>
              <a:gd name="connsiteY4" fmla="*/ 3867534 h 3867534"/>
              <a:gd name="connsiteX5" fmla="*/ 0 w 4638368"/>
              <a:gd name="connsiteY5" fmla="*/ 1226188 h 3867534"/>
              <a:gd name="connsiteX6" fmla="*/ 260466 w 4638368"/>
              <a:gd name="connsiteY6" fmla="*/ 81056 h 386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119AF-FB48-C600-AA0C-FE3646342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38" y="746117"/>
            <a:ext cx="7398245" cy="4921524"/>
          </a:xfrm>
        </p:spPr>
        <p:txBody>
          <a:bodyPr>
            <a:normAutofit/>
          </a:bodyPr>
          <a:lstStyle/>
          <a:p>
            <a:r>
              <a:rPr lang="en-US" sz="3200" dirty="0"/>
              <a:t>Throughout this course, I built proficiency in the complete machine learning pipeline, from exploratory data analysis and feature engineering through model development, evaluation, and comparison. I applied Python libraries including Scikit-learn, Pandas, and NumPy to implement supervised and unsupervised learning solutions.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B28190-E107-436C-8A33-1ABFDB1B4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0763"/>
            <a:ext cx="10131425" cy="3649133"/>
          </a:xfrm>
        </p:spPr>
        <p:txBody>
          <a:bodyPr/>
          <a:lstStyle/>
          <a:p>
            <a:r>
              <a:rPr lang="en-US" sz="3200" dirty="0"/>
              <a:t>I’ve developed technical competence in building, evaluating, and optimizing classification and regression models while understanding overfitting, regularization, and ensemble methods. I can communicate technical decisions clearly and maintain professional documentation for real-world ML applications and collaboration.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2889" y="331305"/>
            <a:ext cx="5666201" cy="820896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502" y="1483505"/>
            <a:ext cx="10508974" cy="4108911"/>
          </a:xfrm>
        </p:spPr>
        <p:txBody>
          <a:bodyPr>
            <a:normAutofit/>
          </a:bodyPr>
          <a:lstStyle/>
          <a:p>
            <a:pPr algn="ctr"/>
            <a:r>
              <a:rPr lang="en-US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TyLER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Boda</a:t>
            </a: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903-258-2522</a:t>
            </a: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/>
              </a:rPr>
              <a:t>TylerBoda88@gmail.com</a:t>
            </a:r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Houston Community College</a:t>
            </a: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Computer Science - Artificial Intelligence</a:t>
            </a: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ITAI-1371</a:t>
            </a:r>
          </a:p>
          <a:p>
            <a:pPr algn="ctr"/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218145561@student.hccs.edu</a:t>
            </a:r>
          </a:p>
          <a:p>
            <a:pPr algn="ctr"/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9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9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17</TotalTime>
  <Words>130</Words>
  <Application>Microsoft Office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Celestial</vt:lpstr>
      <vt:lpstr>Tyler Boda</vt:lpstr>
      <vt:lpstr>PowerPoint Presentation</vt:lpstr>
      <vt:lpstr>PowerPoint Presentation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tyler.boda-W218145561</dc:creator>
  <cp:lastModifiedBy>tyler.boda-W218145561</cp:lastModifiedBy>
  <cp:revision>1</cp:revision>
  <dcterms:created xsi:type="dcterms:W3CDTF">2025-11-26T19:22:35Z</dcterms:created>
  <dcterms:modified xsi:type="dcterms:W3CDTF">2025-11-26T19:39:53Z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